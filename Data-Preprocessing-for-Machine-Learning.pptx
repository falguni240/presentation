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7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lguni bhavsar" userId="b7b8fbf1f223b5e1" providerId="LiveId" clId="{4755E5EC-99FD-496C-8CE7-4E9146E7650A}"/>
    <pc:docChg chg="modSld">
      <pc:chgData name="falguni bhavsar" userId="b7b8fbf1f223b5e1" providerId="LiveId" clId="{4755E5EC-99FD-496C-8CE7-4E9146E7650A}" dt="2025-03-26T17:45:41.139" v="3" actId="20577"/>
      <pc:docMkLst>
        <pc:docMk/>
      </pc:docMkLst>
      <pc:sldChg chg="modSp mod">
        <pc:chgData name="falguni bhavsar" userId="b7b8fbf1f223b5e1" providerId="LiveId" clId="{4755E5EC-99FD-496C-8CE7-4E9146E7650A}" dt="2025-03-26T17:45:41.139" v="3" actId="20577"/>
        <pc:sldMkLst>
          <pc:docMk/>
          <pc:sldMk cId="0" sldId="257"/>
        </pc:sldMkLst>
        <pc:spChg chg="mod">
          <ac:chgData name="falguni bhavsar" userId="b7b8fbf1f223b5e1" providerId="LiveId" clId="{4755E5EC-99FD-496C-8CE7-4E9146E7650A}" dt="2025-03-26T17:45:41.139" v="3" actId="20577"/>
          <ac:spMkLst>
            <pc:docMk/>
            <pc:sldMk cId="0" sldId="25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19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9500"/>
            <a:ext cx="7981831" cy="196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kern="0" spc="-134" dirty="0">
                <a:solidFill>
                  <a:srgbClr val="000000"/>
                </a:solidFill>
                <a:latin typeface="Inter Bold"/>
                <a:ea typeface="Inter Bold"/>
                <a:cs typeface="Times New Roman" panose="02020603050405020304" pitchFamily="18" charset="0"/>
              </a:rPr>
              <a:t>Data Preprocessing for Machine Learning</a:t>
            </a:r>
            <a:endParaRPr lang="en-US" sz="5400" dirty="0">
              <a:latin typeface="Inter Bold"/>
              <a:ea typeface="Inter Bold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81789" y="4533897"/>
            <a:ext cx="7448511" cy="217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kern="0" spc="-36" dirty="0">
                <a:solidFill>
                  <a:srgbClr val="272525"/>
                </a:solidFill>
                <a:latin typeface="Inter"/>
                <a:ea typeface="Inter"/>
                <a:cs typeface="Times New Roman" panose="02020603050405020304" pitchFamily="18" charset="0"/>
              </a:rPr>
              <a:t>Data preprocessing is critical for machine learning. Raw data is often messy and unstructured. Preprocessing cleans, transforms, and structures data. This ensures reliable model building and better insights.</a:t>
            </a:r>
            <a:endParaRPr lang="en-US" sz="2600" dirty="0">
              <a:latin typeface="Inter"/>
              <a:ea typeface="Inter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8677B-B2BD-AA85-6FBF-1721F8D8B4C3}"/>
              </a:ext>
            </a:extLst>
          </p:cNvPr>
          <p:cNvSpPr txBox="1"/>
          <p:nvPr/>
        </p:nvSpPr>
        <p:spPr>
          <a:xfrm>
            <a:off x="11829972" y="6983607"/>
            <a:ext cx="22161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Inter Bold"/>
              </a:rPr>
              <a:t>By Falguni Bhavsar</a:t>
            </a:r>
          </a:p>
          <a:p>
            <a:r>
              <a:rPr lang="en-US" sz="2100" dirty="0">
                <a:latin typeface="Inter Bold"/>
              </a:rPr>
              <a:t>Roll No - 07</a:t>
            </a:r>
            <a:endParaRPr lang="en-IN" sz="2100" dirty="0">
              <a:latin typeface="Inte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46873"/>
            <a:ext cx="68326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 Techniques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6280190" y="295096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2993469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2950963"/>
            <a:ext cx="3069491" cy="731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Handling Missing Values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017306" y="3895482"/>
            <a:ext cx="3346669" cy="170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rows/columns or impute </a:t>
            </a:r>
            <a:r>
              <a:rPr lang="en-US" sz="2400" kern="0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values. </a:t>
            </a: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mean, median, or mode.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10171867" y="295096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937" y="2993469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08983" y="29509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Removing Duplicates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10908983" y="3499682"/>
            <a:ext cx="2927747" cy="148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and remove duplicate rows. This ensures data integrity.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6225799" y="585926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906968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54323" y="5906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Handling Outliers</a:t>
            </a:r>
            <a:endParaRPr lang="en-US" sz="2600" dirty="0"/>
          </a:p>
        </p:txBody>
      </p:sp>
      <p:sp>
        <p:nvSpPr>
          <p:cNvPr id="15" name="Text 9"/>
          <p:cNvSpPr/>
          <p:nvPr/>
        </p:nvSpPr>
        <p:spPr>
          <a:xfrm>
            <a:off x="6954323" y="645568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or cap extreme values. Prevent distortion of model predictions.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0665"/>
            <a:ext cx="106338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Handling Missing House Prices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90" y="3736418"/>
            <a:ext cx="3181310" cy="37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Imputation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3790" y="43175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Suppose house prices are missing.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90" y="488453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 with the mean price.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advanced imputation methods.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599521" y="37364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Addressing Outliers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99521" y="431756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or remove unusually high prices. This prevents distorted results.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986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Transformation</a:t>
            </a:r>
            <a:endParaRPr lang="en-US" sz="5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79088"/>
            <a:ext cx="29015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Normalization/Scaling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2268022" y="366950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Rescale numerical features to a common range.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Standardization</a:t>
            </a:r>
            <a:endParaRPr lang="en-US" sz="2600" dirty="0"/>
          </a:p>
        </p:txBody>
      </p:sp>
      <p:sp>
        <p:nvSpPr>
          <p:cNvPr id="9" name="Text 4"/>
          <p:cNvSpPr/>
          <p:nvPr/>
        </p:nvSpPr>
        <p:spPr>
          <a:xfrm>
            <a:off x="22680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mean to 0 and standard deviation to 1.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900857"/>
            <a:ext cx="34613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Encoding Categorical Data</a:t>
            </a:r>
            <a:endParaRPr lang="en-US" sz="2600" dirty="0"/>
          </a:p>
        </p:txBody>
      </p:sp>
      <p:sp>
        <p:nvSpPr>
          <p:cNvPr id="12" name="Text 6"/>
          <p:cNvSpPr/>
          <p:nvPr/>
        </p:nvSpPr>
        <p:spPr>
          <a:xfrm>
            <a:off x="2268022" y="63912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categorical variables into numerical values.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73223"/>
            <a:ext cx="6925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Encoding Categorical Data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6280190" y="3022163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Label Encoding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514624" y="3747016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a unique number to each category. Easy for binary or ordinal data.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80190" y="4934069"/>
            <a:ext cx="7556421" cy="1685092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4624" y="5168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One-Hot Encoding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514624" y="5658922"/>
            <a:ext cx="7087553" cy="83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binary columns for each category. Suitable for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nominal data.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48A1A4-E128-BDAB-FF33-0F7565F51948}"/>
              </a:ext>
            </a:extLst>
          </p:cNvPr>
          <p:cNvSpPr txBox="1"/>
          <p:nvPr/>
        </p:nvSpPr>
        <p:spPr>
          <a:xfrm>
            <a:off x="5452997" y="3292258"/>
            <a:ext cx="4414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Inter Bold"/>
              </a:rPr>
              <a:t>Thank You</a:t>
            </a:r>
            <a:endParaRPr lang="en-IN" sz="5400" b="1" dirty="0">
              <a:latin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1510019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210</Words>
  <Application>Microsoft Office PowerPoint</Application>
  <PresentationFormat>Custom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falguni bhavsar</cp:lastModifiedBy>
  <cp:revision>25</cp:revision>
  <dcterms:created xsi:type="dcterms:W3CDTF">2025-03-26T16:28:27Z</dcterms:created>
  <dcterms:modified xsi:type="dcterms:W3CDTF">2025-03-26T17:45:42Z</dcterms:modified>
</cp:coreProperties>
</file>