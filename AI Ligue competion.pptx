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1"/>
  </p:notesMasterIdLst>
  <p:sldIdLst>
    <p:sldId id="302" r:id="rId2"/>
    <p:sldId id="301" r:id="rId3"/>
    <p:sldId id="281" r:id="rId4"/>
    <p:sldId id="293" r:id="rId5"/>
    <p:sldId id="290" r:id="rId6"/>
    <p:sldId id="298" r:id="rId7"/>
    <p:sldId id="294" r:id="rId8"/>
    <p:sldId id="300" r:id="rId9"/>
    <p:sldId id="296" r:id="rId10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0BF85-4B6E-4AF4-C145-D71107FF0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31BB1AAC-EDED-B2C2-71B5-94045B2F7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36452573-3D42-0F63-85FC-F68652EEFE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3A6429E9-240C-E76E-1DF1-AA31F90BE2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816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6701E-292B-9345-D52D-CB2EFFA43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AE8415D3-F1D7-ED7E-7DE7-EB87A40BA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6F70B332-6731-797D-C03E-31FBAA8AB7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CDF960F2-6013-68A6-3344-3F0C7B3B5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166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83BE5-298F-EDE9-7EEC-56726917C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938D95F5-7FB1-AF5E-1158-2D3FCBA254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7E431B4C-4FC7-A17F-49C0-442E39AA80B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EC994B61-9A8F-D970-2B07-C4E3393219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8629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D7C20-1D0C-3DA0-E5F9-2BE4F4535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A267344F-7A6B-4988-EBBE-20FCEEEDCB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51AF1838-61E6-E878-73A3-F46E2FD3E0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6EA3BEE6-2ADB-B33C-4A5E-A8BB3F823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73592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odis.gsfc.nasa.gov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arthengine.googl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8A07C-27FC-4311-889B-284ABAC0D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42DF2D-AFBA-EEE7-6164-EB15B8EFC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44930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CE203-0547-887C-5BE0-9522CFEA3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1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7D42429-3370-5577-0DDF-71D4329E3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AI Student Chapters</a:t>
            </a:r>
          </a:p>
        </p:txBody>
      </p:sp>
      <p:sp>
        <p:nvSpPr>
          <p:cNvPr id="11" name="Subtitle 3">
            <a:extLst>
              <a:ext uri="{FF2B5EF4-FFF2-40B4-BE49-F238E27FC236}">
                <a16:creationId xmlns:a16="http://schemas.microsoft.com/office/drawing/2014/main" id="{6807BA1C-A86A-CBC8-C7DF-F92D74EB6002}"/>
              </a:ext>
            </a:extLst>
          </p:cNvPr>
          <p:cNvSpPr txBox="1">
            <a:spLocks/>
          </p:cNvSpPr>
          <p:nvPr/>
        </p:nvSpPr>
        <p:spPr bwMode="auto">
          <a:xfrm>
            <a:off x="1245686" y="64861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TITLE PAGE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D8C0D3-B2A4-5892-1F8A-01680A42CAA9}"/>
              </a:ext>
            </a:extLst>
          </p:cNvPr>
          <p:cNvSpPr txBox="1"/>
          <p:nvPr/>
        </p:nvSpPr>
        <p:spPr>
          <a:xfrm>
            <a:off x="331286" y="2076450"/>
            <a:ext cx="11373034" cy="2470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Domain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Environment &amp; Sustainability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Forest Fire Prediction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Name – Codex</a:t>
            </a:r>
          </a:p>
        </p:txBody>
      </p:sp>
    </p:spTree>
    <p:extLst>
      <p:ext uri="{BB962C8B-B14F-4D97-AF65-F5344CB8AC3E}">
        <p14:creationId xmlns:p14="http://schemas.microsoft.com/office/powerpoint/2010/main" val="165543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C3558-C07E-400E-E204-A46C48B69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14CF609-3494-DF60-FCA0-31245F23E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44930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>
            <a:extLst>
              <a:ext uri="{FF2B5EF4-FFF2-40B4-BE49-F238E27FC236}">
                <a16:creationId xmlns:a16="http://schemas.microsoft.com/office/drawing/2014/main" id="{EE0235B4-5BF3-E782-D88B-0E753D6DF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ABSTACT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D6EE1-77E5-4637-6196-EBE467C7B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7D8046-BF5C-7014-9CFC-B03A3F46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AI Student Chapters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B838286D-C729-7C5E-0E06-CA7344001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440" y="1945342"/>
            <a:ext cx="11277600" cy="4693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Arial" pitchFamily="34" charset="0"/>
                <a:cs typeface="Arial" pitchFamily="34" charset="0"/>
              </a:rPr>
              <a:t>Forest fires cause massive environmental, economic, and human losses.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Arial" pitchFamily="34" charset="0"/>
                <a:cs typeface="Arial" pitchFamily="34" charset="0"/>
              </a:rPr>
              <a:t>Traditional fire detection methods are often slow and reactive.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Arial" pitchFamily="34" charset="0"/>
                <a:cs typeface="Arial" pitchFamily="34" charset="0"/>
              </a:rPr>
              <a:t>AI-based prediction models can provide early warnings.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Arial" pitchFamily="34" charset="0"/>
                <a:cs typeface="Arial" pitchFamily="34" charset="0"/>
              </a:rPr>
              <a:t>This project focuses on analyzing satellite imagery and environmental data to predict forest fires.</a:t>
            </a: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820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44930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27972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Problem Statement Description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51155" y="1074798"/>
            <a:ext cx="10580914" cy="5483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Arial" pitchFamily="34" charset="0"/>
                <a:cs typeface="Arial" pitchFamily="34" charset="0"/>
              </a:rPr>
              <a:t>Forest fires spread rapidly and are extremely difficult to control once they begin.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Arial" pitchFamily="34" charset="0"/>
                <a:cs typeface="Arial" pitchFamily="34" charset="0"/>
              </a:rPr>
              <a:t>They cause large-scale damage to forests, wildlife and air quality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Arial" pitchFamily="34" charset="0"/>
                <a:cs typeface="Arial" pitchFamily="34" charset="0"/>
              </a:rPr>
              <a:t>Millions of people and animals are affected directly or indirectly every year.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Arial" pitchFamily="34" charset="0"/>
                <a:cs typeface="Arial" pitchFamily="34" charset="0"/>
              </a:rPr>
              <a:t>There is a strong need for an AI-based early prediction system to minimize losses and improve response time.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AI Student Chapters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22514" y="198044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63800" y="1871476"/>
            <a:ext cx="10972800" cy="3754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7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Develop an AI model that analyzes satellite images, temperature, and weather data.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7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Predict the chances of a forest fire before it starts.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7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Provide early warning alerts to authorities for quick action.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7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Use IoT-based ground sensors to track temperature, humidity, and wind in real time.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AI Student Chapters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186138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63800" y="1847663"/>
            <a:ext cx="10818600" cy="3754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Arial" pitchFamily="34" charset="0"/>
                <a:cs typeface="Arial" pitchFamily="34" charset="0"/>
              </a:rPr>
              <a:t>We will collect data from satellite images, weather reports, and IoT sensors.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Arial" pitchFamily="34" charset="0"/>
                <a:cs typeface="Arial" pitchFamily="34" charset="0"/>
              </a:rPr>
              <a:t>Machine learning models such as Random Forest and CNNs will be used to predict fire risk zones.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Arial" pitchFamily="34" charset="0"/>
                <a:cs typeface="Arial" pitchFamily="34" charset="0"/>
              </a:rPr>
              <a:t>The system will provide real-time alerts and display results on a dashboard with maps and heatmaps for easy monitoring.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AI Student Chapters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340DA-04E1-62DF-B3E1-DBB4D26B0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0CA22A-5433-F1CA-D23B-0E19DF1F3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53F6E6B3-F61E-609F-8A4F-70AB1199D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2065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50A964D9-B341-89E6-77C9-D72AF3BD8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880" y="1978684"/>
            <a:ext cx="11216640" cy="3754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7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The solution is practical and achievable using existing satellite data, weather records, and affordable IoT sensors.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7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Machine learning models are well-suited for prediction tasks and can be implemented at scale.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7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system is cost-effective, scalable, and adaptable to different forest regions.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623FC-8AF7-0A53-7DC0-55DE18019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DCF77EE-AFA6-6F7E-59A3-409DA51B0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AI Student Chapters</a:t>
            </a:r>
          </a:p>
        </p:txBody>
      </p:sp>
    </p:spTree>
    <p:extLst>
      <p:ext uri="{BB962C8B-B14F-4D97-AF65-F5344CB8AC3E}">
        <p14:creationId xmlns:p14="http://schemas.microsoft.com/office/powerpoint/2010/main" val="326742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200089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83771" y="1861958"/>
            <a:ext cx="10700658" cy="3754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Impact and Benefits Helps protect forests, animals, and reduces pollution.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Saves people’s lives and keeps nearby villages safe.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Prevents money loss from burnt trees, houses, and resources.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Supports the government by making disaster response faster and better.</a:t>
            </a:r>
            <a:endParaRPr lang="en-US" sz="27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AI Student Chapters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8670F-7DBF-C766-D3F4-609AFF23B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8970072-7931-FC41-A8F1-C7626A18A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E4DD8F19-C5EA-CCD5-1085-1C8B5CA73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1363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4A56B-56D9-0A7B-7501-C9CC053BB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C94CED6-91E9-FC5F-F282-542916DC9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AI Student Chapters</a:t>
            </a:r>
          </a:p>
        </p:txBody>
      </p:sp>
      <p:sp>
        <p:nvSpPr>
          <p:cNvPr id="12" name="TextBox 8"/>
          <p:cNvSpPr txBox="1">
            <a:spLocks noChangeArrowheads="1"/>
          </p:cNvSpPr>
          <p:nvPr/>
        </p:nvSpPr>
        <p:spPr bwMode="auto">
          <a:xfrm>
            <a:off x="863599" y="1628980"/>
            <a:ext cx="10522858" cy="3754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AI can give early warnings about forest fires and help stop big damage.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By using satellite images, weather data, and sensors, it keeps forests, animals, and people safe.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The system is easy to use in different areas and very useful for disaster control.</a:t>
            </a:r>
          </a:p>
        </p:txBody>
      </p:sp>
    </p:spTree>
    <p:extLst>
      <p:ext uri="{BB962C8B-B14F-4D97-AF65-F5344CB8AC3E}">
        <p14:creationId xmlns:p14="http://schemas.microsoft.com/office/powerpoint/2010/main" val="3540463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822960" y="1847663"/>
            <a:ext cx="11369040" cy="3754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NASA MODIS &amp; Landsat Satellite Data – 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https://modis.gsfc.nasa.gov</a:t>
            </a:r>
            <a:endParaRPr lang="en-US" sz="2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Google Earth Engine – 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https://earthengine.google.com</a:t>
            </a:r>
            <a:endParaRPr lang="en-US" sz="2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Research papers on AI &amp; Forest Fire Prediction (IEEE, Springer, ScienceDirect)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Indian Meteorological Department (IMD) Weather Data – https://mausam.imd.gov.in </a:t>
            </a:r>
            <a:endParaRPr kumimoji="0" lang="en-US" sz="27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AI Student Chapters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7804</TotalTime>
  <Words>498</Words>
  <Application>Microsoft Office PowerPoint</Application>
  <PresentationFormat>Widescreen</PresentationFormat>
  <Paragraphs>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 ABSTACT</vt:lpstr>
      <vt:lpstr> Problem Statement Description</vt:lpstr>
      <vt:lpstr>Solution</vt:lpstr>
      <vt:lpstr>TECHNICAL APPROACH</vt:lpstr>
      <vt:lpstr>FEASIBILITY AND VIABILITY</vt:lpstr>
      <vt:lpstr>IMPACT AND BENEFITS</vt:lpstr>
      <vt:lpstr>CONCLUSION</vt:lpstr>
      <vt:lpstr>REFERENCES</vt:lpstr>
    </vt:vector>
  </TitlesOfParts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falguni bhavsar</cp:lastModifiedBy>
  <cp:revision>182</cp:revision>
  <dcterms:created xsi:type="dcterms:W3CDTF">2013-12-12T18:46:50Z</dcterms:created>
  <dcterms:modified xsi:type="dcterms:W3CDTF">2025-10-19T04:50:48Z</dcterms:modified>
</cp:coreProperties>
</file>