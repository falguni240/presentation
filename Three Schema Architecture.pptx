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7" d="100"/>
          <a:sy n="77" d="100"/>
        </p:scale>
        <p:origin x="268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E7524-A670-4853-A8EB-52A78FA7437F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5FB90055-A230-4B15-AAE4-C32228FEB191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0440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E7524-A670-4853-A8EB-52A78FA7437F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90055-A230-4B15-AAE4-C32228FEB191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1432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E7524-A670-4853-A8EB-52A78FA7437F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90055-A230-4B15-AAE4-C32228FEB191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2732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E7524-A670-4853-A8EB-52A78FA7437F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90055-A230-4B15-AAE4-C32228FEB191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276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E7524-A670-4853-A8EB-52A78FA7437F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90055-A230-4B15-AAE4-C32228FEB191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8633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E7524-A670-4853-A8EB-52A78FA7437F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90055-A230-4B15-AAE4-C32228FEB191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6261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E7524-A670-4853-A8EB-52A78FA7437F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90055-A230-4B15-AAE4-C32228FEB1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9777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E7524-A670-4853-A8EB-52A78FA7437F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90055-A230-4B15-AAE4-C32228FEB191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4439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B44E7524-A670-4853-A8EB-52A78FA7437F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90055-A230-4B15-AAE4-C32228FEB191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1540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E7524-A670-4853-A8EB-52A78FA7437F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90055-A230-4B15-AAE4-C32228FEB191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770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E7524-A670-4853-A8EB-52A78FA7437F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90055-A230-4B15-AAE4-C32228FEB191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3326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4E7524-A670-4853-A8EB-52A78FA7437F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5FB90055-A230-4B15-AAE4-C32228FEB191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4286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98324-0C24-454A-F357-1AECE95E7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8473" y="1544003"/>
            <a:ext cx="9027622" cy="1980594"/>
          </a:xfrm>
        </p:spPr>
        <p:txBody>
          <a:bodyPr>
            <a:normAutofit/>
          </a:bodyPr>
          <a:lstStyle/>
          <a:p>
            <a:r>
              <a:rPr lang="en-IN" sz="6000" cap="none" dirty="0">
                <a:cs typeface="Arial" panose="020B0604020202020204" pitchFamily="34" charset="0"/>
              </a:rPr>
              <a:t>Three Schema Architecture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744E53-066B-F220-5EB5-4AC3E3E231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89380" y="5062450"/>
            <a:ext cx="2502620" cy="939339"/>
          </a:xfrm>
        </p:spPr>
        <p:txBody>
          <a:bodyPr>
            <a:no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By Falguni Bhavsar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Roll No - 07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9380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282C84-9E42-C9A3-4CA0-01CD0853D623}"/>
              </a:ext>
            </a:extLst>
          </p:cNvPr>
          <p:cNvSpPr txBox="1"/>
          <p:nvPr/>
        </p:nvSpPr>
        <p:spPr>
          <a:xfrm>
            <a:off x="980903" y="822959"/>
            <a:ext cx="79469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What is </a:t>
            </a:r>
            <a:r>
              <a:rPr lang="en-IN" sz="3600" cap="none" dirty="0">
                <a:latin typeface="Arial" panose="020B0604020202020204" pitchFamily="34" charset="0"/>
                <a:cs typeface="Arial" panose="020B0604020202020204" pitchFamily="34" charset="0"/>
              </a:rPr>
              <a:t>Three Schema Architecture :</a:t>
            </a:r>
            <a:endParaRPr lang="en-I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3A9316-F65F-44EF-9A8E-0E98002BB006}"/>
              </a:ext>
            </a:extLst>
          </p:cNvPr>
          <p:cNvSpPr txBox="1"/>
          <p:nvPr/>
        </p:nvSpPr>
        <p:spPr>
          <a:xfrm>
            <a:off x="1163782" y="1911927"/>
            <a:ext cx="970926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 The three schema architecture is also called ANSI/SPARC architecture or three-level architecture.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 This framework is used to describe the structure of a specific database system.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 The three schema architecture is also used to separate the user applications and physical database.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 The three schema architecture contains three-levels. It breaks the database down into three different categories. 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8865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B61DD4-645B-F266-7F06-1A9BDB8911BF}"/>
              </a:ext>
            </a:extLst>
          </p:cNvPr>
          <p:cNvSpPr txBox="1"/>
          <p:nvPr/>
        </p:nvSpPr>
        <p:spPr>
          <a:xfrm>
            <a:off x="822961" y="234818"/>
            <a:ext cx="93684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The three-schema architecture is as follows: </a:t>
            </a:r>
            <a:endParaRPr lang="en-I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9F5549-E73B-1C90-4A0A-5AB15AD134E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14154" y="980902"/>
            <a:ext cx="9825642" cy="499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17295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30</TotalTime>
  <Words>89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Gill Sans MT</vt:lpstr>
      <vt:lpstr>Gallery</vt:lpstr>
      <vt:lpstr>Three Schema Architecture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falguni bhavsar</dc:creator>
  <cp:lastModifiedBy>falguni bhavsar</cp:lastModifiedBy>
  <cp:revision>1</cp:revision>
  <dcterms:created xsi:type="dcterms:W3CDTF">2025-02-05T10:46:49Z</dcterms:created>
  <dcterms:modified xsi:type="dcterms:W3CDTF">2025-02-05T11:17:11Z</dcterms:modified>
</cp:coreProperties>
</file>