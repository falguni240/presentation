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5206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1546CA-C957-4C2A-9B92-DF1D7E952C12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93F33C-11C1-4916-A687-CCEF4741CC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733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93F33C-11C1-4916-A687-CCEF4741CCB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959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407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85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814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871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428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618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964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781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87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754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661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436004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1149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7380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6285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5939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0621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259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2035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5207" r:id="rId1"/>
    <p:sldLayoutId id="2147485208" r:id="rId2"/>
    <p:sldLayoutId id="2147485209" r:id="rId3"/>
    <p:sldLayoutId id="2147485210" r:id="rId4"/>
    <p:sldLayoutId id="2147485211" r:id="rId5"/>
    <p:sldLayoutId id="2147485212" r:id="rId6"/>
    <p:sldLayoutId id="2147485213" r:id="rId7"/>
    <p:sldLayoutId id="2147485214" r:id="rId8"/>
    <p:sldLayoutId id="2147485215" r:id="rId9"/>
    <p:sldLayoutId id="2147485216" r:id="rId10"/>
    <p:sldLayoutId id="2147485217" r:id="rId11"/>
    <p:sldLayoutId id="2147485218" r:id="rId12"/>
    <p:sldLayoutId id="2147485219" r:id="rId13"/>
    <p:sldLayoutId id="2147485220" r:id="rId14"/>
    <p:sldLayoutId id="2147485221" r:id="rId15"/>
    <p:sldLayoutId id="2147485222" r:id="rId16"/>
    <p:sldLayoutId id="2147485223" r:id="rId17"/>
    <p:sldLayoutId id="2147485224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50800" dist="25400" dir="4980000" algn="tl" rotWithShape="0">
              <a:srgbClr val="000000">
                <a:alpha val="36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40895"/>
            <a:ext cx="8229600" cy="1143000"/>
          </a:xfrm>
        </p:spPr>
        <p:txBody>
          <a:bodyPr>
            <a:normAutofit/>
          </a:bodyPr>
          <a:lstStyle/>
          <a:p>
            <a:r>
              <a:rPr dirty="0"/>
              <a:t>HUMAN COMPUTER INTERACTION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Definition: HCI is an interdisciplinary field exploring the dynamic relationship between people and digital systems.</a:t>
            </a:r>
          </a:p>
          <a:p>
            <a:r>
              <a:t>Foundational Roots: It draws principles from cognitive science, design, ergonomics, and computer engineering.</a:t>
            </a:r>
          </a:p>
          <a:p>
            <a:r>
              <a:t>Core Goal: To design computing systems that are intuitive, efficient, and adaptable to diverse user needs.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MODERN HCI FOCUS AND CURRENT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Discipline Emergence: HCI took shape in the early 1980s, shifting focus from hardware to user experience.</a:t>
            </a:r>
          </a:p>
          <a:p>
            <a:r>
              <a:t>Modern Systems: Adoption of Natural User Interfaces (NUIs) with inputs like voice and gestures.</a:t>
            </a:r>
          </a:p>
          <a:p>
            <a:r>
              <a:t>Future Direction: Collaboration between humans and intelligent systems.</a:t>
            </a:r>
          </a:p>
          <a:p>
            <a:r>
              <a:t>Accessibility: Ensuring technology effectively connects people with digital environments.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HCI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HCI ensures technology works well for people, beyond aesthetics.</a:t>
            </a:r>
          </a:p>
          <a:p>
            <a:r>
              <a:t>Usability: Systems must be simple, effective, and error-free.</a:t>
            </a:r>
          </a:p>
          <a:p>
            <a:r>
              <a:t>Accessibility: Inclusive design for users with disabilities.</a:t>
            </a:r>
          </a:p>
          <a:p>
            <a:r>
              <a:t>Productivity: Reduces cognitive load and improves task performance.</a:t>
            </a:r>
          </a:p>
          <a:p>
            <a:r>
              <a:t>User Satisfaction: Enhances loyalty, trust, and ease of use.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METHODOLOGY / 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HCI studies how people interact with digital systems.</a:t>
            </a:r>
          </a:p>
          <a:p>
            <a:r>
              <a:rPr dirty="0"/>
              <a:t>Qualitative: Observation and interviews.</a:t>
            </a:r>
          </a:p>
          <a:p>
            <a:r>
              <a:rPr dirty="0"/>
              <a:t>Quantitative: Experiments and usability tests.</a:t>
            </a:r>
          </a:p>
          <a:p>
            <a:r>
              <a:rPr dirty="0"/>
              <a:t>Mixed-Methods: Combines both approaches.</a:t>
            </a:r>
          </a:p>
          <a:p>
            <a:r>
              <a:rPr dirty="0"/>
              <a:t>Participatory Design: Users as co-designers.</a:t>
            </a:r>
          </a:p>
          <a:p>
            <a:r>
              <a:rPr dirty="0"/>
              <a:t>Goal: Develop user-centered, efficient, meaningful technologies.</a:t>
            </a: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5927E868-C52B-A8CF-7AA9-AD8CF33789E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5087318"/>
                  </p:ext>
                </p:extLst>
              </p:nvPr>
            </p:nvGraphicFramePr>
            <p:xfrm>
              <a:off x="-1132114" y="1276350"/>
              <a:ext cx="2286000" cy="1714500"/>
            </p:xfrm>
            <a:graphic>
              <a:graphicData uri="http://schemas.microsoft.com/office/powerpoint/2016/slidezoom">
                <pslz:sldZm>
                  <pslz:sldZmObj sldId="258" cId="0">
                    <pslz:zmPr id="{A713C754-20D3-48A3-870C-BF7D3CE49763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5" name="Slide Zoom 4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5927E868-C52B-A8CF-7AA9-AD8CF33789E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1132114" y="1276350"/>
                <a:ext cx="2286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DIVERSE APPLICATION OF HCI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Education: Interactive learning platforms.</a:t>
            </a:r>
          </a:p>
          <a:p>
            <a:r>
              <a:t>Healthcare: User-friendly medical tools and telemedicine.</a:t>
            </a:r>
          </a:p>
          <a:p>
            <a:r>
              <a:t>Mobile Apps: Intuitive daily-use interfaces.</a:t>
            </a:r>
          </a:p>
          <a:p>
            <a:r>
              <a:t>IoT &amp; Smart Homes: Voice assistants and connected devices.</a:t>
            </a:r>
          </a:p>
          <a:p>
            <a:r>
              <a:t>Workplace: Collaborative and productivity systems.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CHALLENGES IN HCI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Accessibility: Inclusion for users with cognitive, visual, or auditory impairments.</a:t>
            </a:r>
          </a:p>
          <a:p>
            <a:r>
              <a:t>Balancing Complexity &amp; Simplicity: Avoiding overwhelming designs.</a:t>
            </a:r>
          </a:p>
          <a:p>
            <a:r>
              <a:t>Privacy and Ethics: Protecting data and maintaining trust.</a:t>
            </a:r>
          </a:p>
          <a:p>
            <a:r>
              <a:t>Adapting to Rapid Change: Keeping pace with new tech like AI and brain-computer interfaces.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CONCLUSION AND FUTURE DIRECTION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HCI drives technological progress ensuring accessibility and meaning.</a:t>
            </a:r>
          </a:p>
          <a:p>
            <a:r>
              <a:t>Prioritizing Human Needs: Creates systems that resonate with diverse users.</a:t>
            </a:r>
          </a:p>
          <a:p>
            <a:r>
              <a:t>Future Role: Critical in shaping experiences in an AI-driven world.</a:t>
            </a:r>
          </a:p>
          <a:p>
            <a:r>
              <a:t>Research Areas: Personalized engagement, ethical AI, and inclusive design.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Dix, A., Beale, R., Finlay, J., &amp; Abowd, G. (2004). Computer-Human Interaction. Pearson.</a:t>
            </a:r>
          </a:p>
          <a:p>
            <a:r>
              <a:rPr dirty="0"/>
              <a:t>Sharp, H., Rogers, Y., &amp; Preece, J. (2015). Beyond Human-Computer Interaction. Wiley.</a:t>
            </a:r>
          </a:p>
          <a:p>
            <a:r>
              <a:rPr dirty="0"/>
              <a:t>Card, S., Newell, A., &amp; Moran, T. (1983). Human Computer Interaction Psychology. CRC.</a:t>
            </a:r>
          </a:p>
          <a:p>
            <a:r>
              <a:rPr dirty="0"/>
              <a:t>Jacobs, S., Cohen, M., </a:t>
            </a:r>
            <a:r>
              <a:rPr dirty="0" err="1"/>
              <a:t>Plaisant</a:t>
            </a:r>
            <a:r>
              <a:rPr dirty="0"/>
              <a:t>, C., </a:t>
            </a:r>
            <a:r>
              <a:rPr dirty="0" err="1"/>
              <a:t>Shneiderman</a:t>
            </a:r>
            <a:r>
              <a:rPr dirty="0"/>
              <a:t>, B., &amp; Elmqvist, N. (2016). User Interface Design. Pearson.</a:t>
            </a:r>
          </a:p>
          <a:p>
            <a:r>
              <a:rPr dirty="0"/>
              <a:t>Nielsen, J. (1994). Engineering Usability. Kaufmann, Morgan.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 of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4B4B4B"/>
      </a:dk2>
      <a:lt2>
        <a:srgbClr val="B5B5B5"/>
      </a:lt2>
      <a:accent1>
        <a:srgbClr val="9AC43E"/>
      </a:accent1>
      <a:accent2>
        <a:srgbClr val="44BA98"/>
      </a:accent2>
      <a:accent3>
        <a:srgbClr val="43A9D9"/>
      </a:accent3>
      <a:accent4>
        <a:srgbClr val="6274D8"/>
      </a:accent4>
      <a:accent5>
        <a:srgbClr val="AB54D7"/>
      </a:accent5>
      <a:accent6>
        <a:srgbClr val="D15B37"/>
      </a:accent6>
      <a:hlink>
        <a:srgbClr val="BFE962"/>
      </a:hlink>
      <a:folHlink>
        <a:srgbClr val="C0D591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892FADA9-420D-4323-A7A4-C1060166525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33</TotalTime>
  <Words>497</Words>
  <Application>Microsoft Office PowerPoint</Application>
  <PresentationFormat>On-screen Show (4:3)</PresentationFormat>
  <Paragraphs>48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Tw Cen MT</vt:lpstr>
      <vt:lpstr>Droplet</vt:lpstr>
      <vt:lpstr>HUMAN COMPUTER INTERACTION</vt:lpstr>
      <vt:lpstr>INTRODUCTION</vt:lpstr>
      <vt:lpstr>MODERN HCI FOCUS AND CURRENT TRENDS</vt:lpstr>
      <vt:lpstr>IMPORTANCE OF HCI</vt:lpstr>
      <vt:lpstr>METHODOLOGY / SYSTEM DESIGN</vt:lpstr>
      <vt:lpstr>DIVERSE APPLICATION OF HCI</vt:lpstr>
      <vt:lpstr>KEY CHALLENGES IN HCI</vt:lpstr>
      <vt:lpstr>CONCLUSION AND FUTURE DIRECTION</vt:lpstr>
      <vt:lpstr>REFERENCES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falguni</dc:creator>
  <cp:keywords/>
  <dc:description>generated using python-pptx</dc:description>
  <cp:lastModifiedBy>falguni bhavsar</cp:lastModifiedBy>
  <cp:revision>2</cp:revision>
  <dcterms:created xsi:type="dcterms:W3CDTF">2013-01-27T09:14:16Z</dcterms:created>
  <dcterms:modified xsi:type="dcterms:W3CDTF">2025-11-04T18:56:58Z</dcterms:modified>
  <cp:category/>
</cp:coreProperties>
</file>